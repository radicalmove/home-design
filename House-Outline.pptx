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0"/>
  </p:normalViewPr>
  <p:slideViewPr>
    <p:cSldViewPr snapToGrid="0">
      <p:cViewPr>
        <p:scale>
          <a:sx n="180" d="100"/>
          <a:sy n="180" d="100"/>
        </p:scale>
        <p:origin x="120" y="-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C445-9BBF-2865-A011-B7C4D556B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25F19-65F7-A948-D446-CC7378A01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A132-E633-4092-EBBB-67703E459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C925C-127E-F8EF-8F51-051FFA7D9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5E753-4306-2ABC-7CBA-749B5E758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78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25CDD-C20D-39D3-8578-283278749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1286D-9D14-73DA-2AAC-52A1F3711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99F8-B180-0F8B-9105-5E21C9B4F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F9A77-F196-7688-97C6-6AE4D3199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0F3DA-E993-3A4B-C1EE-3C8FF971F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77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4060-E6F8-08D7-6493-9B4C1E741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FF8F3-27F2-D3E2-042E-0A8F23B69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4A99A-8465-9611-453C-9AFBC8D46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2A1C8-7449-9C5D-CD83-12AAF5B8F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39F45-0840-A8E5-1968-B2C9171B0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86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7BA0D-570D-CC14-C65F-1612FB47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18CC7-77BD-C955-AEFC-1E8976279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972CB-0036-B5FC-3CF5-07ECF707B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86FB5-326F-2E00-CBAA-ACCDC0940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15758-CC62-6866-2185-14ECA70BF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4B553-8DFA-663C-2944-197A8818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66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DBE3E-66DE-C3D4-474A-F34719FAF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E9574-17E8-DC63-4A8B-F9707A6BD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F8744-275B-F06C-C389-E35525528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BA652-AF30-21E2-65F8-1AD9C7EC4C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04334-B0D9-6A29-AE19-A0CB0B365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289601-358F-09D4-E638-78F8D70CA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74E8B7-751E-3294-7FCE-389512EC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3DE7A-B4D8-731A-9086-EFEDE2BEC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0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970B0-6B37-B369-DF86-8BAB7BB3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331EF-C44B-332C-CF58-8DA6A657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04985-027A-49FB-A5DA-B90298CC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AAC7F-3865-4078-033E-FE054A13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09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0259B6-D039-69EF-41E9-55157C04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8837D-B231-CD99-D5BB-F8A51510B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865FD-F60B-9569-3A17-530FF3E0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7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EB3B-834D-B20B-DA89-6540AAD6F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98366-06CC-54D8-AC13-9F18718FA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8D9F2-19E5-8B38-897D-694BDE80F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E147A-4913-FCFC-B6A2-8E5D788D8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7F29D-95C1-A27B-2C70-80857407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41451-3197-4F8C-51ED-423898C02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31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E9B7-C92B-4892-3157-C740098A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47670-7D78-654E-079E-73C4366F06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7F378-1A41-A15A-CA0A-0F9741537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8A220-ED73-6AC8-A9C9-74B23ED63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3BE9E-8B8D-5DBA-38EA-A8ECC0DF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75B2B-E65B-25A9-AB8A-8FF12B7A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01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BC59-2979-23DD-FD49-6AF52509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C6F93-3AE3-9FA5-DDCF-46E36AFA1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FD688-213B-CE1B-C048-A1793D70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EB19B-BF78-2431-1C3B-B0620BA3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E9148-B66A-3579-FBFD-0B93FB69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66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73E1D-3D41-6883-086B-DA7764151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61616E-9CA1-80BC-3BDD-197A11851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021E5-EC68-08C4-2D21-78A69504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5B18-75A4-DA64-0E3A-59D21DC6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F17E-E230-9403-9964-8FAC5100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6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7C4009-7C06-41ED-D81E-2A3FEF37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BBA0A-60FB-E594-D9A6-0AEBC300F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F9E38-A810-DB3C-525B-8EBAC2A3E4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4367E-D423-75AA-34F1-5F3FD43C6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C88CB-9F9F-6A6C-7AA2-E5FB20A52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1C15B7-399F-3CAE-168C-847D81E2539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20537" y="6687820"/>
            <a:ext cx="5683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In-Confidence</a:t>
            </a:r>
          </a:p>
        </p:txBody>
      </p:sp>
    </p:spTree>
    <p:extLst>
      <p:ext uri="{BB962C8B-B14F-4D97-AF65-F5344CB8AC3E}">
        <p14:creationId xmlns:p14="http://schemas.microsoft.com/office/powerpoint/2010/main" val="309566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7F87A5-2B9E-AE04-A687-E0A703538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2" y="1444370"/>
            <a:ext cx="12220323" cy="421516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DACC75-84B9-5A50-3E56-6BFB0117EEBF}"/>
              </a:ext>
            </a:extLst>
          </p:cNvPr>
          <p:cNvSpPr/>
          <p:nvPr/>
        </p:nvSpPr>
        <p:spPr>
          <a:xfrm rot="60000">
            <a:off x="1393902" y="1895707"/>
            <a:ext cx="10459844" cy="3300761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9ED7FF-F287-40DC-9C97-B5CC987E3160}"/>
              </a:ext>
            </a:extLst>
          </p:cNvPr>
          <p:cNvCxnSpPr>
            <a:cxnSpLocks/>
          </p:cNvCxnSpPr>
          <p:nvPr/>
        </p:nvCxnSpPr>
        <p:spPr>
          <a:xfrm rot="60000" flipV="1">
            <a:off x="4126523" y="3774831"/>
            <a:ext cx="0" cy="10902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1BE394-2802-4C22-07DC-EC1EDF738D5E}"/>
              </a:ext>
            </a:extLst>
          </p:cNvPr>
          <p:cNvCxnSpPr>
            <a:cxnSpLocks/>
          </p:cNvCxnSpPr>
          <p:nvPr/>
        </p:nvCxnSpPr>
        <p:spPr>
          <a:xfrm>
            <a:off x="4117009" y="4845966"/>
            <a:ext cx="3350591" cy="718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A56E6-6E16-AC03-880D-895BFCEF1B8D}"/>
              </a:ext>
            </a:extLst>
          </p:cNvPr>
          <p:cNvCxnSpPr>
            <a:cxnSpLocks/>
          </p:cNvCxnSpPr>
          <p:nvPr/>
        </p:nvCxnSpPr>
        <p:spPr>
          <a:xfrm rot="-60000" flipV="1">
            <a:off x="7448571" y="3917197"/>
            <a:ext cx="19029" cy="100063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A93037-27E4-7614-A201-6F2FA9FB8DE3}"/>
              </a:ext>
            </a:extLst>
          </p:cNvPr>
          <p:cNvCxnSpPr>
            <a:cxnSpLocks/>
          </p:cNvCxnSpPr>
          <p:nvPr/>
        </p:nvCxnSpPr>
        <p:spPr>
          <a:xfrm rot="60000" flipV="1">
            <a:off x="5056299" y="2844706"/>
            <a:ext cx="0" cy="9302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2CCEE3-4397-23A3-4784-74C54C80E5C8}"/>
              </a:ext>
            </a:extLst>
          </p:cNvPr>
          <p:cNvCxnSpPr>
            <a:cxnSpLocks/>
          </p:cNvCxnSpPr>
          <p:nvPr/>
        </p:nvCxnSpPr>
        <p:spPr>
          <a:xfrm rot="-60000" flipV="1">
            <a:off x="6518031" y="2498863"/>
            <a:ext cx="44731" cy="144372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30C4175-9D77-71DE-94B1-B84649C1EE06}"/>
              </a:ext>
            </a:extLst>
          </p:cNvPr>
          <p:cNvCxnSpPr>
            <a:cxnSpLocks/>
          </p:cNvCxnSpPr>
          <p:nvPr/>
        </p:nvCxnSpPr>
        <p:spPr>
          <a:xfrm flipV="1">
            <a:off x="5843282" y="2481030"/>
            <a:ext cx="3520" cy="3637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16CF215-900A-7D94-0E6E-6C0A97C98E76}"/>
              </a:ext>
            </a:extLst>
          </p:cNvPr>
          <p:cNvCxnSpPr>
            <a:cxnSpLocks/>
          </p:cNvCxnSpPr>
          <p:nvPr/>
        </p:nvCxnSpPr>
        <p:spPr>
          <a:xfrm rot="-60000">
            <a:off x="5834018" y="2472737"/>
            <a:ext cx="735477" cy="141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ABBDCB-A849-9550-E67C-7D15CC56076E}"/>
              </a:ext>
            </a:extLst>
          </p:cNvPr>
          <p:cNvCxnSpPr>
            <a:cxnSpLocks/>
          </p:cNvCxnSpPr>
          <p:nvPr/>
        </p:nvCxnSpPr>
        <p:spPr>
          <a:xfrm rot="-60000">
            <a:off x="5056692" y="2829429"/>
            <a:ext cx="78664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D52655-A6D3-4A29-2956-8E1B35A07DA7}"/>
              </a:ext>
            </a:extLst>
          </p:cNvPr>
          <p:cNvCxnSpPr>
            <a:cxnSpLocks/>
          </p:cNvCxnSpPr>
          <p:nvPr/>
        </p:nvCxnSpPr>
        <p:spPr>
          <a:xfrm flipV="1">
            <a:off x="4140942" y="3774914"/>
            <a:ext cx="923475" cy="1372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0C2C40-EE31-2F87-D114-9A9EFEFB5F25}"/>
              </a:ext>
            </a:extLst>
          </p:cNvPr>
          <p:cNvCxnSpPr>
            <a:cxnSpLocks/>
          </p:cNvCxnSpPr>
          <p:nvPr/>
        </p:nvCxnSpPr>
        <p:spPr>
          <a:xfrm rot="60000">
            <a:off x="6511298" y="3930032"/>
            <a:ext cx="962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C70A24-F02B-CBBA-0555-57C84ADC4709}"/>
              </a:ext>
            </a:extLst>
          </p:cNvPr>
          <p:cNvCxnSpPr>
            <a:cxnSpLocks/>
          </p:cNvCxnSpPr>
          <p:nvPr/>
        </p:nvCxnSpPr>
        <p:spPr>
          <a:xfrm rot="60000" flipV="1">
            <a:off x="4261198" y="3546087"/>
            <a:ext cx="0" cy="228826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ADF404D-8A06-BAA7-154D-3C8E15EBB9AA}"/>
              </a:ext>
            </a:extLst>
          </p:cNvPr>
          <p:cNvCxnSpPr>
            <a:cxnSpLocks/>
          </p:cNvCxnSpPr>
          <p:nvPr/>
        </p:nvCxnSpPr>
        <p:spPr>
          <a:xfrm flipV="1">
            <a:off x="4653323" y="2831521"/>
            <a:ext cx="1996" cy="300336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0C3C89D-592A-76C7-5271-C39ECAF4F14E}"/>
              </a:ext>
            </a:extLst>
          </p:cNvPr>
          <p:cNvCxnSpPr>
            <a:cxnSpLocks/>
          </p:cNvCxnSpPr>
          <p:nvPr/>
        </p:nvCxnSpPr>
        <p:spPr>
          <a:xfrm flipV="1">
            <a:off x="4248194" y="3131857"/>
            <a:ext cx="414525" cy="414230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955B0ED-6183-7406-A323-4CD62B5DF8FB}"/>
              </a:ext>
            </a:extLst>
          </p:cNvPr>
          <p:cNvCxnSpPr>
            <a:cxnSpLocks/>
          </p:cNvCxnSpPr>
          <p:nvPr/>
        </p:nvCxnSpPr>
        <p:spPr>
          <a:xfrm rot="-60000">
            <a:off x="4645923" y="2842151"/>
            <a:ext cx="387690" cy="0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F53D426-0EB6-E0AC-6090-04D4ECCA6BA8}"/>
              </a:ext>
            </a:extLst>
          </p:cNvPr>
          <p:cNvCxnSpPr>
            <a:cxnSpLocks/>
          </p:cNvCxnSpPr>
          <p:nvPr/>
        </p:nvCxnSpPr>
        <p:spPr>
          <a:xfrm rot="60000" flipV="1">
            <a:off x="5006244" y="2819797"/>
            <a:ext cx="0" cy="943375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3B5B31C-0A53-10F0-78C2-E12B43DAA933}"/>
              </a:ext>
            </a:extLst>
          </p:cNvPr>
          <p:cNvCxnSpPr>
            <a:cxnSpLocks/>
          </p:cNvCxnSpPr>
          <p:nvPr/>
        </p:nvCxnSpPr>
        <p:spPr>
          <a:xfrm rot="60000" flipV="1">
            <a:off x="4255063" y="3733395"/>
            <a:ext cx="742948" cy="21101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57A9E30-BF03-02B6-E7D4-643D0BD65236}"/>
              </a:ext>
            </a:extLst>
          </p:cNvPr>
          <p:cNvCxnSpPr>
            <a:cxnSpLocks/>
          </p:cNvCxnSpPr>
          <p:nvPr/>
        </p:nvCxnSpPr>
        <p:spPr>
          <a:xfrm rot="60000">
            <a:off x="7864138" y="3346084"/>
            <a:ext cx="2803862" cy="16336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F28125E-7C21-7CE9-287D-5DF78AF081D8}"/>
              </a:ext>
            </a:extLst>
          </p:cNvPr>
          <p:cNvCxnSpPr>
            <a:cxnSpLocks/>
          </p:cNvCxnSpPr>
          <p:nvPr/>
        </p:nvCxnSpPr>
        <p:spPr>
          <a:xfrm rot="60000">
            <a:off x="7864140" y="1992069"/>
            <a:ext cx="2803862" cy="16336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1BFC64A-DFF1-9C54-6C77-8FD0E40082EE}"/>
              </a:ext>
            </a:extLst>
          </p:cNvPr>
          <p:cNvCxnSpPr>
            <a:cxnSpLocks/>
          </p:cNvCxnSpPr>
          <p:nvPr/>
        </p:nvCxnSpPr>
        <p:spPr>
          <a:xfrm flipH="1">
            <a:off x="7858414" y="1967712"/>
            <a:ext cx="18317" cy="137126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501BF3B-7257-6134-3D13-0E5BFAB94B74}"/>
              </a:ext>
            </a:extLst>
          </p:cNvPr>
          <p:cNvCxnSpPr>
            <a:cxnSpLocks/>
          </p:cNvCxnSpPr>
          <p:nvPr/>
        </p:nvCxnSpPr>
        <p:spPr>
          <a:xfrm flipH="1">
            <a:off x="10649613" y="2015626"/>
            <a:ext cx="18317" cy="137126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AF1F15A-A19F-0E6D-6A44-43D4BB410510}"/>
              </a:ext>
            </a:extLst>
          </p:cNvPr>
          <p:cNvCxnSpPr>
            <a:cxnSpLocks/>
          </p:cNvCxnSpPr>
          <p:nvPr/>
        </p:nvCxnSpPr>
        <p:spPr>
          <a:xfrm flipV="1">
            <a:off x="1464515" y="2764465"/>
            <a:ext cx="2136520" cy="227693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9FBC9EE-00E0-5123-DF85-2590D40ACB38}"/>
              </a:ext>
            </a:extLst>
          </p:cNvPr>
          <p:cNvCxnSpPr>
            <a:cxnSpLocks/>
          </p:cNvCxnSpPr>
          <p:nvPr/>
        </p:nvCxnSpPr>
        <p:spPr>
          <a:xfrm flipV="1">
            <a:off x="1464515" y="2000237"/>
            <a:ext cx="3569069" cy="349998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B7F9485-D51C-A48E-7AB7-E3F5E683FCAF}"/>
              </a:ext>
            </a:extLst>
          </p:cNvPr>
          <p:cNvCxnSpPr>
            <a:cxnSpLocks/>
          </p:cNvCxnSpPr>
          <p:nvPr/>
        </p:nvCxnSpPr>
        <p:spPr>
          <a:xfrm flipV="1">
            <a:off x="3937984" y="2522611"/>
            <a:ext cx="1890172" cy="18647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560DF18-1824-A3DC-34B9-9DDEFE0EEAC9}"/>
              </a:ext>
            </a:extLst>
          </p:cNvPr>
          <p:cNvCxnSpPr>
            <a:cxnSpLocks/>
          </p:cNvCxnSpPr>
          <p:nvPr/>
        </p:nvCxnSpPr>
        <p:spPr>
          <a:xfrm>
            <a:off x="5017882" y="2001631"/>
            <a:ext cx="2840532" cy="38486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73B1764-5939-E9C6-1D81-456C79FA33A7}"/>
              </a:ext>
            </a:extLst>
          </p:cNvPr>
          <p:cNvCxnSpPr>
            <a:cxnSpLocks/>
          </p:cNvCxnSpPr>
          <p:nvPr/>
        </p:nvCxnSpPr>
        <p:spPr>
          <a:xfrm>
            <a:off x="3578747" y="2738404"/>
            <a:ext cx="665927" cy="66889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A79A069-FCF2-5951-539B-062DDE8F2627}"/>
              </a:ext>
            </a:extLst>
          </p:cNvPr>
          <p:cNvCxnSpPr>
            <a:cxnSpLocks/>
          </p:cNvCxnSpPr>
          <p:nvPr/>
        </p:nvCxnSpPr>
        <p:spPr>
          <a:xfrm>
            <a:off x="3952952" y="2717591"/>
            <a:ext cx="495890" cy="535743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F04079F-930C-1016-1A8C-772C15485871}"/>
              </a:ext>
            </a:extLst>
          </p:cNvPr>
          <p:cNvCxnSpPr>
            <a:cxnSpLocks/>
          </p:cNvCxnSpPr>
          <p:nvPr/>
        </p:nvCxnSpPr>
        <p:spPr>
          <a:xfrm rot="120000">
            <a:off x="6581151" y="2819868"/>
            <a:ext cx="660091" cy="609132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D02E27D-68A9-DDD5-93BB-FEBED9FDFE67}"/>
              </a:ext>
            </a:extLst>
          </p:cNvPr>
          <p:cNvCxnSpPr>
            <a:cxnSpLocks/>
          </p:cNvCxnSpPr>
          <p:nvPr/>
        </p:nvCxnSpPr>
        <p:spPr>
          <a:xfrm>
            <a:off x="7481769" y="4769113"/>
            <a:ext cx="71947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2F1D648-DB5F-E1E9-A26B-494419FC0681}"/>
              </a:ext>
            </a:extLst>
          </p:cNvPr>
          <p:cNvCxnSpPr>
            <a:cxnSpLocks/>
          </p:cNvCxnSpPr>
          <p:nvPr/>
        </p:nvCxnSpPr>
        <p:spPr>
          <a:xfrm flipH="1">
            <a:off x="8191530" y="3600893"/>
            <a:ext cx="9717" cy="118939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079C97C-8A2F-0C0C-2C86-CEBCA9F70D62}"/>
              </a:ext>
            </a:extLst>
          </p:cNvPr>
          <p:cNvCxnSpPr>
            <a:cxnSpLocks/>
          </p:cNvCxnSpPr>
          <p:nvPr/>
        </p:nvCxnSpPr>
        <p:spPr>
          <a:xfrm flipH="1" flipV="1">
            <a:off x="8191530" y="3618770"/>
            <a:ext cx="2799339" cy="20546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06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2b2326c-f811-4ccc-abcb-1b955c303c2e}" enabled="1" method="Standard" siteId="{dc781727-710e-4855-bc4c-690266a1b55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Davies</dc:creator>
  <cp:lastModifiedBy>Richard Davies</cp:lastModifiedBy>
  <cp:revision>3</cp:revision>
  <dcterms:created xsi:type="dcterms:W3CDTF">2026-05-11T21:03:32Z</dcterms:created>
  <dcterms:modified xsi:type="dcterms:W3CDTF">2026-05-11T21:23:08Z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In-Confidence</vt:lpwstr>
  </property>
</Properties>
</file>