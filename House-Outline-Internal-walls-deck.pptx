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31"/>
    <p:restoredTop sz="94568"/>
  </p:normalViewPr>
  <p:slideViewPr>
    <p:cSldViewPr snapToGrid="0">
      <p:cViewPr>
        <p:scale>
          <a:sx n="200" d="100"/>
          <a:sy n="200" d="100"/>
        </p:scale>
        <p:origin x="-2296" y="-1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CC445-9BBF-2865-A011-B7C4D556B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125F19-65F7-A948-D446-CC7378A01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FA132-E633-4092-EBBB-67703E459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C925C-127E-F8EF-8F51-051FFA7D9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5E753-4306-2ABC-7CBA-749B5E758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678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25CDD-C20D-39D3-8578-283278749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1286D-9D14-73DA-2AAC-52A1F3711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499F8-B180-0F8B-9105-5E21C9B4F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F9A77-F196-7688-97C6-6AE4D3199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0F3DA-E993-3A4B-C1EE-3C8FF971F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77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44060-E6F8-08D7-6493-9B4C1E741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FF8F3-27F2-D3E2-042E-0A8F23B69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4A99A-8465-9611-453C-9AFBC8D46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2A1C8-7449-9C5D-CD83-12AAF5B8F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39F45-0840-A8E5-1968-B2C9171B0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386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7BA0D-570D-CC14-C65F-1612FB474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18CC7-77BD-C955-AEFC-1E8976279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D972CB-0036-B5FC-3CF5-07ECF707B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886FB5-326F-2E00-CBAA-ACCDC0940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315758-CC62-6866-2185-14ECA70BF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4B553-8DFA-663C-2944-197A88184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66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DBE3E-66DE-C3D4-474A-F34719FAF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E9574-17E8-DC63-4A8B-F9707A6BD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F8744-275B-F06C-C389-E35525528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9BA652-AF30-21E2-65F8-1AD9C7EC4C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C04334-B0D9-6A29-AE19-A0CB0B365A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289601-358F-09D4-E638-78F8D70CA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74E8B7-751E-3294-7FCE-389512EC2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33DE7A-B4D8-731A-9086-EFEDE2BEC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07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970B0-6B37-B369-DF86-8BAB7BB37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331EF-C44B-332C-CF58-8DA6A657B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A04985-027A-49FB-A5DA-B90298CC1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0AAC7F-3865-4078-033E-FE054A130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09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0259B6-D039-69EF-41E9-55157C04D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8837D-B231-CD99-D5BB-F8A51510B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865FD-F60B-9569-3A17-530FF3E0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7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CEB3B-834D-B20B-DA89-6540AAD6F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98366-06CC-54D8-AC13-9F18718FA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8D9F2-19E5-8B38-897D-694BDE80F5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E147A-4913-FCFC-B6A2-8E5D788D8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D7F29D-95C1-A27B-2C70-808574071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41451-3197-4F8C-51ED-423898C02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531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8E9B7-C92B-4892-3157-C740098A7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147670-7D78-654E-079E-73C4366F06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7F378-1A41-A15A-CA0A-0F9741537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8A220-ED73-6AC8-A9C9-74B23ED63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3BE9E-8B8D-5DBA-38EA-A8ECC0DF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75B2B-E65B-25A9-AB8A-8FF12B7A2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101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BC59-2979-23DD-FD49-6AF52509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C6F93-3AE3-9FA5-DDCF-46E36AFA1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FD688-213B-CE1B-C048-A1793D70B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EB19B-BF78-2431-1C3B-B0620BA3D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E9148-B66A-3579-FBFD-0B93FB695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566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573E1D-3D41-6883-086B-DA77641512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61616E-9CA1-80BC-3BDD-197A118516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021E5-EC68-08C4-2D21-78A695046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85B18-75A4-DA64-0E3A-59D21DC63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F17E-E230-9403-9964-8FAC51001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062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7C4009-7C06-41ED-D81E-2A3FEF37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BBA0A-60FB-E594-D9A6-0AEBC300F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F9E38-A810-DB3C-525B-8EBAC2A3E4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9E1CB4-12F5-774F-BDDD-2FE8EC470C4D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4367E-D423-75AA-34F1-5F3FD43C6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C88CB-9F9F-6A6C-7AA2-E5FB20A524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1C15B7-399F-3CAE-168C-847D81E2539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20537" y="6687820"/>
            <a:ext cx="56832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In-Confidence</a:t>
            </a:r>
          </a:p>
        </p:txBody>
      </p:sp>
    </p:spTree>
    <p:extLst>
      <p:ext uri="{BB962C8B-B14F-4D97-AF65-F5344CB8AC3E}">
        <p14:creationId xmlns:p14="http://schemas.microsoft.com/office/powerpoint/2010/main" val="309566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7F87A5-2B9E-AE04-A687-E0A703538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94" y="1438506"/>
            <a:ext cx="12220323" cy="421516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0DACC75-84B9-5A50-3E56-6BFB0117EEBF}"/>
              </a:ext>
            </a:extLst>
          </p:cNvPr>
          <p:cNvSpPr/>
          <p:nvPr/>
        </p:nvSpPr>
        <p:spPr>
          <a:xfrm rot="60000">
            <a:off x="1393902" y="1895707"/>
            <a:ext cx="10459844" cy="3300761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9ED7FF-F287-40DC-9C97-B5CC987E3160}"/>
              </a:ext>
            </a:extLst>
          </p:cNvPr>
          <p:cNvCxnSpPr>
            <a:cxnSpLocks/>
          </p:cNvCxnSpPr>
          <p:nvPr/>
        </p:nvCxnSpPr>
        <p:spPr>
          <a:xfrm rot="60000" flipV="1">
            <a:off x="4126523" y="3774831"/>
            <a:ext cx="0" cy="109024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1BE394-2802-4C22-07DC-EC1EDF738D5E}"/>
              </a:ext>
            </a:extLst>
          </p:cNvPr>
          <p:cNvCxnSpPr>
            <a:cxnSpLocks/>
          </p:cNvCxnSpPr>
          <p:nvPr/>
        </p:nvCxnSpPr>
        <p:spPr>
          <a:xfrm>
            <a:off x="4117009" y="4845966"/>
            <a:ext cx="3350591" cy="718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AA56E6-6E16-AC03-880D-895BFCEF1B8D}"/>
              </a:ext>
            </a:extLst>
          </p:cNvPr>
          <p:cNvCxnSpPr>
            <a:cxnSpLocks/>
          </p:cNvCxnSpPr>
          <p:nvPr/>
        </p:nvCxnSpPr>
        <p:spPr>
          <a:xfrm rot="-60000" flipV="1">
            <a:off x="7448571" y="3917197"/>
            <a:ext cx="19029" cy="100063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6A93037-27E4-7614-A201-6F2FA9FB8DE3}"/>
              </a:ext>
            </a:extLst>
          </p:cNvPr>
          <p:cNvCxnSpPr>
            <a:cxnSpLocks/>
          </p:cNvCxnSpPr>
          <p:nvPr/>
        </p:nvCxnSpPr>
        <p:spPr>
          <a:xfrm rot="60000" flipV="1">
            <a:off x="5056299" y="2844706"/>
            <a:ext cx="0" cy="93027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2CCEE3-4397-23A3-4784-74C54C80E5C8}"/>
              </a:ext>
            </a:extLst>
          </p:cNvPr>
          <p:cNvCxnSpPr>
            <a:cxnSpLocks/>
          </p:cNvCxnSpPr>
          <p:nvPr/>
        </p:nvCxnSpPr>
        <p:spPr>
          <a:xfrm rot="-60000" flipV="1">
            <a:off x="6518031" y="2498863"/>
            <a:ext cx="44731" cy="144372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30C4175-9D77-71DE-94B1-B84649C1EE06}"/>
              </a:ext>
            </a:extLst>
          </p:cNvPr>
          <p:cNvCxnSpPr>
            <a:cxnSpLocks/>
          </p:cNvCxnSpPr>
          <p:nvPr/>
        </p:nvCxnSpPr>
        <p:spPr>
          <a:xfrm flipV="1">
            <a:off x="5843282" y="2481030"/>
            <a:ext cx="3520" cy="36374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16CF215-900A-7D94-0E6E-6C0A97C98E76}"/>
              </a:ext>
            </a:extLst>
          </p:cNvPr>
          <p:cNvCxnSpPr>
            <a:cxnSpLocks/>
          </p:cNvCxnSpPr>
          <p:nvPr/>
        </p:nvCxnSpPr>
        <p:spPr>
          <a:xfrm rot="-60000">
            <a:off x="5834018" y="2472737"/>
            <a:ext cx="735477" cy="1414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2ABBDCB-A849-9550-E67C-7D15CC56076E}"/>
              </a:ext>
            </a:extLst>
          </p:cNvPr>
          <p:cNvCxnSpPr>
            <a:cxnSpLocks/>
          </p:cNvCxnSpPr>
          <p:nvPr/>
        </p:nvCxnSpPr>
        <p:spPr>
          <a:xfrm rot="-60000">
            <a:off x="5056692" y="2829429"/>
            <a:ext cx="78664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1D52655-A6D3-4A29-2956-8E1B35A07DA7}"/>
              </a:ext>
            </a:extLst>
          </p:cNvPr>
          <p:cNvCxnSpPr>
            <a:cxnSpLocks/>
          </p:cNvCxnSpPr>
          <p:nvPr/>
        </p:nvCxnSpPr>
        <p:spPr>
          <a:xfrm>
            <a:off x="4117009" y="3774896"/>
            <a:ext cx="947408" cy="1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E0C2C40-EE31-2F87-D114-9A9EFEFB5F25}"/>
              </a:ext>
            </a:extLst>
          </p:cNvPr>
          <p:cNvCxnSpPr>
            <a:cxnSpLocks/>
          </p:cNvCxnSpPr>
          <p:nvPr/>
        </p:nvCxnSpPr>
        <p:spPr>
          <a:xfrm rot="60000">
            <a:off x="6511298" y="3930032"/>
            <a:ext cx="962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4C70A24-F02B-CBBA-0555-57C84ADC4709}"/>
              </a:ext>
            </a:extLst>
          </p:cNvPr>
          <p:cNvCxnSpPr>
            <a:cxnSpLocks/>
          </p:cNvCxnSpPr>
          <p:nvPr/>
        </p:nvCxnSpPr>
        <p:spPr>
          <a:xfrm rot="60000" flipV="1">
            <a:off x="4261198" y="3546087"/>
            <a:ext cx="0" cy="228826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ADF404D-8A06-BAA7-154D-3C8E15EBB9AA}"/>
              </a:ext>
            </a:extLst>
          </p:cNvPr>
          <p:cNvCxnSpPr>
            <a:cxnSpLocks/>
          </p:cNvCxnSpPr>
          <p:nvPr/>
        </p:nvCxnSpPr>
        <p:spPr>
          <a:xfrm flipV="1">
            <a:off x="4653323" y="2831521"/>
            <a:ext cx="1996" cy="300336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0C3C89D-592A-76C7-5271-C39ECAF4F14E}"/>
              </a:ext>
            </a:extLst>
          </p:cNvPr>
          <p:cNvCxnSpPr>
            <a:cxnSpLocks/>
          </p:cNvCxnSpPr>
          <p:nvPr/>
        </p:nvCxnSpPr>
        <p:spPr>
          <a:xfrm flipV="1">
            <a:off x="4248194" y="3131857"/>
            <a:ext cx="414525" cy="414230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955B0ED-6183-7406-A323-4CD62B5DF8FB}"/>
              </a:ext>
            </a:extLst>
          </p:cNvPr>
          <p:cNvCxnSpPr>
            <a:cxnSpLocks/>
          </p:cNvCxnSpPr>
          <p:nvPr/>
        </p:nvCxnSpPr>
        <p:spPr>
          <a:xfrm rot="-60000">
            <a:off x="4645923" y="2842151"/>
            <a:ext cx="387690" cy="0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F53D426-0EB6-E0AC-6090-04D4ECCA6BA8}"/>
              </a:ext>
            </a:extLst>
          </p:cNvPr>
          <p:cNvCxnSpPr>
            <a:cxnSpLocks/>
          </p:cNvCxnSpPr>
          <p:nvPr/>
        </p:nvCxnSpPr>
        <p:spPr>
          <a:xfrm rot="60000" flipV="1">
            <a:off x="5006244" y="2819797"/>
            <a:ext cx="0" cy="943375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3B5B31C-0A53-10F0-78C2-E12B43DAA933}"/>
              </a:ext>
            </a:extLst>
          </p:cNvPr>
          <p:cNvCxnSpPr>
            <a:cxnSpLocks/>
          </p:cNvCxnSpPr>
          <p:nvPr/>
        </p:nvCxnSpPr>
        <p:spPr>
          <a:xfrm rot="60000" flipV="1">
            <a:off x="4255063" y="3733395"/>
            <a:ext cx="742948" cy="21101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57A9E30-BF03-02B6-E7D4-643D0BD65236}"/>
              </a:ext>
            </a:extLst>
          </p:cNvPr>
          <p:cNvCxnSpPr>
            <a:cxnSpLocks/>
          </p:cNvCxnSpPr>
          <p:nvPr/>
        </p:nvCxnSpPr>
        <p:spPr>
          <a:xfrm rot="60000">
            <a:off x="7864138" y="3346084"/>
            <a:ext cx="2803862" cy="16336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F28125E-7C21-7CE9-287D-5DF78AF081D8}"/>
              </a:ext>
            </a:extLst>
          </p:cNvPr>
          <p:cNvCxnSpPr>
            <a:cxnSpLocks/>
          </p:cNvCxnSpPr>
          <p:nvPr/>
        </p:nvCxnSpPr>
        <p:spPr>
          <a:xfrm rot="60000">
            <a:off x="7864140" y="1992069"/>
            <a:ext cx="2803862" cy="16336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1BFC64A-DFF1-9C54-6C77-8FD0E40082EE}"/>
              </a:ext>
            </a:extLst>
          </p:cNvPr>
          <p:cNvCxnSpPr>
            <a:cxnSpLocks/>
          </p:cNvCxnSpPr>
          <p:nvPr/>
        </p:nvCxnSpPr>
        <p:spPr>
          <a:xfrm flipH="1">
            <a:off x="7858414" y="1967712"/>
            <a:ext cx="18317" cy="137126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501BF3B-7257-6134-3D13-0E5BFAB94B74}"/>
              </a:ext>
            </a:extLst>
          </p:cNvPr>
          <p:cNvCxnSpPr>
            <a:cxnSpLocks/>
          </p:cNvCxnSpPr>
          <p:nvPr/>
        </p:nvCxnSpPr>
        <p:spPr>
          <a:xfrm flipH="1">
            <a:off x="10649613" y="2015626"/>
            <a:ext cx="18317" cy="137126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AF1F15A-A19F-0E6D-6A44-43D4BB410510}"/>
              </a:ext>
            </a:extLst>
          </p:cNvPr>
          <p:cNvCxnSpPr>
            <a:cxnSpLocks/>
          </p:cNvCxnSpPr>
          <p:nvPr/>
        </p:nvCxnSpPr>
        <p:spPr>
          <a:xfrm flipV="1">
            <a:off x="1464515" y="2764465"/>
            <a:ext cx="2136520" cy="227693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9FBC9EE-00E0-5123-DF85-2590D40ACB38}"/>
              </a:ext>
            </a:extLst>
          </p:cNvPr>
          <p:cNvCxnSpPr>
            <a:cxnSpLocks/>
          </p:cNvCxnSpPr>
          <p:nvPr/>
        </p:nvCxnSpPr>
        <p:spPr>
          <a:xfrm flipV="1">
            <a:off x="1464515" y="2000237"/>
            <a:ext cx="3569069" cy="349998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B7F9485-D51C-A48E-7AB7-E3F5E683FCAF}"/>
              </a:ext>
            </a:extLst>
          </p:cNvPr>
          <p:cNvCxnSpPr>
            <a:cxnSpLocks/>
          </p:cNvCxnSpPr>
          <p:nvPr/>
        </p:nvCxnSpPr>
        <p:spPr>
          <a:xfrm flipV="1">
            <a:off x="3937984" y="2522611"/>
            <a:ext cx="1890172" cy="186479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560DF18-1824-A3DC-34B9-9DDEFE0EEAC9}"/>
              </a:ext>
            </a:extLst>
          </p:cNvPr>
          <p:cNvCxnSpPr>
            <a:cxnSpLocks/>
          </p:cNvCxnSpPr>
          <p:nvPr/>
        </p:nvCxnSpPr>
        <p:spPr>
          <a:xfrm>
            <a:off x="5017882" y="2001631"/>
            <a:ext cx="2840532" cy="38486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73B1764-5939-E9C6-1D81-456C79FA33A7}"/>
              </a:ext>
            </a:extLst>
          </p:cNvPr>
          <p:cNvCxnSpPr>
            <a:cxnSpLocks/>
          </p:cNvCxnSpPr>
          <p:nvPr/>
        </p:nvCxnSpPr>
        <p:spPr>
          <a:xfrm>
            <a:off x="3578747" y="2738404"/>
            <a:ext cx="665927" cy="668891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A79A069-FCF2-5951-539B-062DDE8F2627}"/>
              </a:ext>
            </a:extLst>
          </p:cNvPr>
          <p:cNvCxnSpPr>
            <a:cxnSpLocks/>
          </p:cNvCxnSpPr>
          <p:nvPr/>
        </p:nvCxnSpPr>
        <p:spPr>
          <a:xfrm>
            <a:off x="3952952" y="2717591"/>
            <a:ext cx="495890" cy="535743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F04079F-930C-1016-1A8C-772C15485871}"/>
              </a:ext>
            </a:extLst>
          </p:cNvPr>
          <p:cNvCxnSpPr>
            <a:cxnSpLocks/>
          </p:cNvCxnSpPr>
          <p:nvPr/>
        </p:nvCxnSpPr>
        <p:spPr>
          <a:xfrm>
            <a:off x="6508712" y="2581954"/>
            <a:ext cx="967619" cy="105874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D02E27D-68A9-DDD5-93BB-FEBED9FDFE67}"/>
              </a:ext>
            </a:extLst>
          </p:cNvPr>
          <p:cNvCxnSpPr>
            <a:cxnSpLocks/>
          </p:cNvCxnSpPr>
          <p:nvPr/>
        </p:nvCxnSpPr>
        <p:spPr>
          <a:xfrm>
            <a:off x="7481769" y="4769113"/>
            <a:ext cx="719478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2F1D648-DB5F-E1E9-A26B-494419FC0681}"/>
              </a:ext>
            </a:extLst>
          </p:cNvPr>
          <p:cNvCxnSpPr>
            <a:cxnSpLocks/>
          </p:cNvCxnSpPr>
          <p:nvPr/>
        </p:nvCxnSpPr>
        <p:spPr>
          <a:xfrm flipH="1">
            <a:off x="8191530" y="3600893"/>
            <a:ext cx="9717" cy="1189399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079C97C-8A2F-0C0C-2C86-CEBCA9F70D62}"/>
              </a:ext>
            </a:extLst>
          </p:cNvPr>
          <p:cNvCxnSpPr>
            <a:cxnSpLocks/>
          </p:cNvCxnSpPr>
          <p:nvPr/>
        </p:nvCxnSpPr>
        <p:spPr>
          <a:xfrm flipH="1" flipV="1">
            <a:off x="8191530" y="3618770"/>
            <a:ext cx="2799339" cy="20546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B609944-2E53-637F-5FF0-C606D02A4B1F}"/>
              </a:ext>
            </a:extLst>
          </p:cNvPr>
          <p:cNvCxnSpPr>
            <a:cxnSpLocks/>
          </p:cNvCxnSpPr>
          <p:nvPr/>
        </p:nvCxnSpPr>
        <p:spPr>
          <a:xfrm flipV="1">
            <a:off x="4814850" y="4127155"/>
            <a:ext cx="2288" cy="686145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BC184FE-6B41-36F8-E715-AD855E8ECE59}"/>
              </a:ext>
            </a:extLst>
          </p:cNvPr>
          <p:cNvCxnSpPr>
            <a:cxnSpLocks/>
          </p:cNvCxnSpPr>
          <p:nvPr/>
        </p:nvCxnSpPr>
        <p:spPr>
          <a:xfrm>
            <a:off x="4817267" y="4159929"/>
            <a:ext cx="463906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488ADA0B-66BC-1232-C179-B0D72D78144A}"/>
              </a:ext>
            </a:extLst>
          </p:cNvPr>
          <p:cNvSpPr txBox="1"/>
          <p:nvPr/>
        </p:nvSpPr>
        <p:spPr>
          <a:xfrm>
            <a:off x="4198236" y="4155150"/>
            <a:ext cx="65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Master</a:t>
            </a:r>
          </a:p>
          <a:p>
            <a:r>
              <a:rPr lang="en-US" sz="800" dirty="0"/>
              <a:t>Bedroom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F4CF0873-8AA7-AAAC-0626-C2CD773FCA83}"/>
              </a:ext>
            </a:extLst>
          </p:cNvPr>
          <p:cNvCxnSpPr>
            <a:cxnSpLocks/>
          </p:cNvCxnSpPr>
          <p:nvPr/>
        </p:nvCxnSpPr>
        <p:spPr>
          <a:xfrm>
            <a:off x="7211281" y="4659828"/>
            <a:ext cx="168140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3B2E4D5-B434-BC71-4BCF-6ADAA180017F}"/>
              </a:ext>
            </a:extLst>
          </p:cNvPr>
          <p:cNvCxnSpPr>
            <a:cxnSpLocks/>
          </p:cNvCxnSpPr>
          <p:nvPr/>
        </p:nvCxnSpPr>
        <p:spPr>
          <a:xfrm>
            <a:off x="9894224" y="5210876"/>
            <a:ext cx="93200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0AA73DF-BA37-3596-31D2-107BA8C3E15F}"/>
              </a:ext>
            </a:extLst>
          </p:cNvPr>
          <p:cNvCxnSpPr>
            <a:cxnSpLocks/>
          </p:cNvCxnSpPr>
          <p:nvPr/>
        </p:nvCxnSpPr>
        <p:spPr>
          <a:xfrm>
            <a:off x="7047397" y="4659828"/>
            <a:ext cx="56162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9D304FD-CC5D-58E0-CAC8-727008712B01}"/>
              </a:ext>
            </a:extLst>
          </p:cNvPr>
          <p:cNvSpPr txBox="1"/>
          <p:nvPr/>
        </p:nvSpPr>
        <p:spPr>
          <a:xfrm>
            <a:off x="7002247" y="4649595"/>
            <a:ext cx="4326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Toilet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6633691-D874-E33C-0ABC-1E61965EF3E5}"/>
              </a:ext>
            </a:extLst>
          </p:cNvPr>
          <p:cNvSpPr txBox="1"/>
          <p:nvPr/>
        </p:nvSpPr>
        <p:spPr>
          <a:xfrm rot="5400000">
            <a:off x="6922757" y="4196884"/>
            <a:ext cx="5770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Laundry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2F8B1E36-2F92-1242-E3D6-B6C35BD91A81}"/>
              </a:ext>
            </a:extLst>
          </p:cNvPr>
          <p:cNvCxnSpPr>
            <a:cxnSpLocks/>
          </p:cNvCxnSpPr>
          <p:nvPr/>
        </p:nvCxnSpPr>
        <p:spPr>
          <a:xfrm>
            <a:off x="6268764" y="4169476"/>
            <a:ext cx="778705" cy="8966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2596A47D-2077-7BC6-4115-B3A6CCFA6A24}"/>
              </a:ext>
            </a:extLst>
          </p:cNvPr>
          <p:cNvCxnSpPr>
            <a:cxnSpLocks/>
          </p:cNvCxnSpPr>
          <p:nvPr/>
        </p:nvCxnSpPr>
        <p:spPr>
          <a:xfrm flipV="1">
            <a:off x="7047397" y="4002736"/>
            <a:ext cx="0" cy="26692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F19A1579-988F-09BD-7544-3AB7B2D72427}"/>
              </a:ext>
            </a:extLst>
          </p:cNvPr>
          <p:cNvCxnSpPr>
            <a:cxnSpLocks/>
          </p:cNvCxnSpPr>
          <p:nvPr/>
        </p:nvCxnSpPr>
        <p:spPr>
          <a:xfrm>
            <a:off x="5994166" y="4172742"/>
            <a:ext cx="10183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66BB01A-F988-1D19-C12B-00782AA78667}"/>
              </a:ext>
            </a:extLst>
          </p:cNvPr>
          <p:cNvCxnSpPr>
            <a:cxnSpLocks/>
          </p:cNvCxnSpPr>
          <p:nvPr/>
        </p:nvCxnSpPr>
        <p:spPr>
          <a:xfrm flipV="1">
            <a:off x="6002015" y="4169476"/>
            <a:ext cx="0" cy="65421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8442E632-1A3D-8FE3-3F5B-8B55EEBC973F}"/>
              </a:ext>
            </a:extLst>
          </p:cNvPr>
          <p:cNvSpPr txBox="1"/>
          <p:nvPr/>
        </p:nvSpPr>
        <p:spPr>
          <a:xfrm>
            <a:off x="6252995" y="4314791"/>
            <a:ext cx="7182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Bedroom 2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CC2D693B-9CFC-AE6B-AC59-036D9B741056}"/>
              </a:ext>
            </a:extLst>
          </p:cNvPr>
          <p:cNvCxnSpPr>
            <a:cxnSpLocks/>
          </p:cNvCxnSpPr>
          <p:nvPr/>
        </p:nvCxnSpPr>
        <p:spPr>
          <a:xfrm flipV="1">
            <a:off x="5458082" y="4155150"/>
            <a:ext cx="0" cy="659482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576034CC-E96B-616F-4518-2029764DB834}"/>
              </a:ext>
            </a:extLst>
          </p:cNvPr>
          <p:cNvSpPr txBox="1"/>
          <p:nvPr/>
        </p:nvSpPr>
        <p:spPr>
          <a:xfrm rot="5400000">
            <a:off x="5364215" y="4405170"/>
            <a:ext cx="6538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Bathroom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CFBF418A-74A0-B8AC-6693-4CA70C43B090}"/>
              </a:ext>
            </a:extLst>
          </p:cNvPr>
          <p:cNvSpPr txBox="1"/>
          <p:nvPr/>
        </p:nvSpPr>
        <p:spPr>
          <a:xfrm>
            <a:off x="4928931" y="4388016"/>
            <a:ext cx="7182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Office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2FFE7C28-26C4-31B4-6B68-75F02BD92BCE}"/>
              </a:ext>
            </a:extLst>
          </p:cNvPr>
          <p:cNvCxnSpPr>
            <a:cxnSpLocks/>
          </p:cNvCxnSpPr>
          <p:nvPr/>
        </p:nvCxnSpPr>
        <p:spPr>
          <a:xfrm flipV="1">
            <a:off x="7386211" y="4016082"/>
            <a:ext cx="0" cy="848912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EC47E4EA-2B83-840B-8B81-20AE60B62D70}"/>
              </a:ext>
            </a:extLst>
          </p:cNvPr>
          <p:cNvCxnSpPr>
            <a:cxnSpLocks/>
          </p:cNvCxnSpPr>
          <p:nvPr/>
        </p:nvCxnSpPr>
        <p:spPr>
          <a:xfrm flipV="1">
            <a:off x="7048500" y="4141973"/>
            <a:ext cx="647" cy="703077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6EF9AFEC-F225-8E45-27A1-5EB69263B3AA}"/>
              </a:ext>
            </a:extLst>
          </p:cNvPr>
          <p:cNvCxnSpPr>
            <a:cxnSpLocks/>
          </p:cNvCxnSpPr>
          <p:nvPr/>
        </p:nvCxnSpPr>
        <p:spPr>
          <a:xfrm>
            <a:off x="4200897" y="4790292"/>
            <a:ext cx="3186961" cy="68622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64AE5333-36F6-B61B-9D52-E41CCB54607A}"/>
              </a:ext>
            </a:extLst>
          </p:cNvPr>
          <p:cNvSpPr txBox="1"/>
          <p:nvPr/>
        </p:nvSpPr>
        <p:spPr>
          <a:xfrm>
            <a:off x="5986098" y="2568083"/>
            <a:ext cx="7182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Dining</a:t>
            </a:r>
          </a:p>
          <a:p>
            <a:r>
              <a:rPr lang="en-US" sz="800" dirty="0"/>
              <a:t>Room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AD10AC58-D3A0-73DC-4881-25C04D35F67B}"/>
              </a:ext>
            </a:extLst>
          </p:cNvPr>
          <p:cNvSpPr txBox="1"/>
          <p:nvPr/>
        </p:nvSpPr>
        <p:spPr>
          <a:xfrm>
            <a:off x="5265645" y="3283136"/>
            <a:ext cx="7182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Lounge</a:t>
            </a: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82D60ED3-E568-89BE-8570-E4EBE8D56C55}"/>
              </a:ext>
            </a:extLst>
          </p:cNvPr>
          <p:cNvCxnSpPr>
            <a:cxnSpLocks/>
          </p:cNvCxnSpPr>
          <p:nvPr/>
        </p:nvCxnSpPr>
        <p:spPr>
          <a:xfrm>
            <a:off x="4208436" y="3841513"/>
            <a:ext cx="1177771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AC1C6D83-4480-E5F5-1472-458789A2F7BC}"/>
              </a:ext>
            </a:extLst>
          </p:cNvPr>
          <p:cNvCxnSpPr>
            <a:cxnSpLocks/>
          </p:cNvCxnSpPr>
          <p:nvPr/>
        </p:nvCxnSpPr>
        <p:spPr>
          <a:xfrm>
            <a:off x="5610162" y="3841513"/>
            <a:ext cx="282283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451DF274-A375-B1F4-48FA-9537995C3A88}"/>
              </a:ext>
            </a:extLst>
          </p:cNvPr>
          <p:cNvCxnSpPr>
            <a:cxnSpLocks/>
          </p:cNvCxnSpPr>
          <p:nvPr/>
        </p:nvCxnSpPr>
        <p:spPr>
          <a:xfrm flipV="1">
            <a:off x="4200130" y="3830588"/>
            <a:ext cx="8306" cy="969702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F66DCFA8-1637-ACAD-A9F0-BDB5E25FDD29}"/>
              </a:ext>
            </a:extLst>
          </p:cNvPr>
          <p:cNvCxnSpPr>
            <a:cxnSpLocks/>
          </p:cNvCxnSpPr>
          <p:nvPr/>
        </p:nvCxnSpPr>
        <p:spPr>
          <a:xfrm>
            <a:off x="6345199" y="3995415"/>
            <a:ext cx="1053829" cy="586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4959B619-01F8-F86B-11D5-64559FB8DE7F}"/>
              </a:ext>
            </a:extLst>
          </p:cNvPr>
          <p:cNvCxnSpPr>
            <a:cxnSpLocks/>
          </p:cNvCxnSpPr>
          <p:nvPr/>
        </p:nvCxnSpPr>
        <p:spPr>
          <a:xfrm flipV="1">
            <a:off x="6487375" y="2522611"/>
            <a:ext cx="18061" cy="1465468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33EF1934-75C9-DC5E-B253-A5424CFA93A0}"/>
              </a:ext>
            </a:extLst>
          </p:cNvPr>
          <p:cNvCxnSpPr>
            <a:cxnSpLocks/>
          </p:cNvCxnSpPr>
          <p:nvPr/>
        </p:nvCxnSpPr>
        <p:spPr>
          <a:xfrm>
            <a:off x="5885690" y="2533947"/>
            <a:ext cx="620209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214E1056-41D4-F943-5BF4-AC3DE4A4DFCA}"/>
              </a:ext>
            </a:extLst>
          </p:cNvPr>
          <p:cNvCxnSpPr>
            <a:cxnSpLocks/>
          </p:cNvCxnSpPr>
          <p:nvPr/>
        </p:nvCxnSpPr>
        <p:spPr>
          <a:xfrm flipV="1">
            <a:off x="5885690" y="3056823"/>
            <a:ext cx="7200" cy="78469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9CE73E9C-DADC-B729-82C1-AADD8756B423}"/>
              </a:ext>
            </a:extLst>
          </p:cNvPr>
          <p:cNvCxnSpPr>
            <a:cxnSpLocks/>
          </p:cNvCxnSpPr>
          <p:nvPr/>
        </p:nvCxnSpPr>
        <p:spPr>
          <a:xfrm flipV="1">
            <a:off x="5892890" y="2519274"/>
            <a:ext cx="0" cy="359037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43543883-6A59-5DE4-40D9-85E07A7BB8BC}"/>
              </a:ext>
            </a:extLst>
          </p:cNvPr>
          <p:cNvCxnSpPr>
            <a:cxnSpLocks/>
          </p:cNvCxnSpPr>
          <p:nvPr/>
        </p:nvCxnSpPr>
        <p:spPr>
          <a:xfrm flipV="1">
            <a:off x="5114459" y="2878311"/>
            <a:ext cx="778431" cy="2679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B62FAE96-FD8C-A595-BDA0-05C374AB1324}"/>
              </a:ext>
            </a:extLst>
          </p:cNvPr>
          <p:cNvSpPr txBox="1"/>
          <p:nvPr/>
        </p:nvSpPr>
        <p:spPr>
          <a:xfrm>
            <a:off x="5940010" y="3382792"/>
            <a:ext cx="7182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Kitchen</a:t>
            </a:r>
          </a:p>
        </p:txBody>
      </p: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98923103-02F4-6651-C84C-5F02EC96D36C}"/>
              </a:ext>
            </a:extLst>
          </p:cNvPr>
          <p:cNvCxnSpPr>
            <a:cxnSpLocks/>
          </p:cNvCxnSpPr>
          <p:nvPr/>
        </p:nvCxnSpPr>
        <p:spPr>
          <a:xfrm>
            <a:off x="5751303" y="4169476"/>
            <a:ext cx="250712" cy="3967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B998D29D-0727-24D2-9836-3B9EB3B3F5E7}"/>
              </a:ext>
            </a:extLst>
          </p:cNvPr>
          <p:cNvCxnSpPr>
            <a:cxnSpLocks/>
          </p:cNvCxnSpPr>
          <p:nvPr/>
        </p:nvCxnSpPr>
        <p:spPr>
          <a:xfrm flipV="1">
            <a:off x="5892445" y="4103106"/>
            <a:ext cx="0" cy="6637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BC779C33-34A6-9BCB-BFE4-6555E0A532F3}"/>
              </a:ext>
            </a:extLst>
          </p:cNvPr>
          <p:cNvSpPr txBox="1"/>
          <p:nvPr/>
        </p:nvSpPr>
        <p:spPr>
          <a:xfrm>
            <a:off x="6456781" y="3978820"/>
            <a:ext cx="7182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Entrance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316E50AD-0809-FD6E-D97E-55D89938A117}"/>
              </a:ext>
            </a:extLst>
          </p:cNvPr>
          <p:cNvCxnSpPr>
            <a:cxnSpLocks/>
          </p:cNvCxnSpPr>
          <p:nvPr/>
        </p:nvCxnSpPr>
        <p:spPr>
          <a:xfrm flipV="1">
            <a:off x="5105408" y="2891968"/>
            <a:ext cx="10492" cy="954074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TextBox 195">
            <a:extLst>
              <a:ext uri="{FF2B5EF4-FFF2-40B4-BE49-F238E27FC236}">
                <a16:creationId xmlns:a16="http://schemas.microsoft.com/office/drawing/2014/main" id="{2FD86050-18F7-303A-7939-12A37DB05969}"/>
              </a:ext>
            </a:extLst>
          </p:cNvPr>
          <p:cNvSpPr txBox="1"/>
          <p:nvPr/>
        </p:nvSpPr>
        <p:spPr>
          <a:xfrm>
            <a:off x="5040512" y="3906521"/>
            <a:ext cx="7182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Hallway</a:t>
            </a:r>
          </a:p>
        </p:txBody>
      </p: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2C5370E-D6EF-3FD0-F0D4-910AA7EBB7EE}"/>
              </a:ext>
            </a:extLst>
          </p:cNvPr>
          <p:cNvCxnSpPr>
            <a:cxnSpLocks/>
          </p:cNvCxnSpPr>
          <p:nvPr/>
        </p:nvCxnSpPr>
        <p:spPr>
          <a:xfrm flipV="1">
            <a:off x="4821650" y="3837475"/>
            <a:ext cx="0" cy="53966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A1B63649-D43F-9EA8-9813-328A6344DA38}"/>
              </a:ext>
            </a:extLst>
          </p:cNvPr>
          <p:cNvCxnSpPr>
            <a:cxnSpLocks/>
          </p:cNvCxnSpPr>
          <p:nvPr/>
        </p:nvCxnSpPr>
        <p:spPr>
          <a:xfrm flipV="1">
            <a:off x="5885335" y="3837475"/>
            <a:ext cx="0" cy="53966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2011C6E6-AB51-E0BB-3201-F54C998E5F70}"/>
              </a:ext>
            </a:extLst>
          </p:cNvPr>
          <p:cNvCxnSpPr>
            <a:cxnSpLocks/>
          </p:cNvCxnSpPr>
          <p:nvPr/>
        </p:nvCxnSpPr>
        <p:spPr>
          <a:xfrm flipV="1">
            <a:off x="6347259" y="3987260"/>
            <a:ext cx="0" cy="26983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E94E9CF9-8A40-D229-5D59-3801963E5D61}"/>
              </a:ext>
            </a:extLst>
          </p:cNvPr>
          <p:cNvCxnSpPr>
            <a:cxnSpLocks/>
          </p:cNvCxnSpPr>
          <p:nvPr/>
        </p:nvCxnSpPr>
        <p:spPr>
          <a:xfrm flipV="1">
            <a:off x="6345199" y="4138630"/>
            <a:ext cx="0" cy="3596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586E1427-E633-2AF1-DCAD-E84CE5055201}"/>
              </a:ext>
            </a:extLst>
          </p:cNvPr>
          <p:cNvCxnSpPr>
            <a:cxnSpLocks/>
          </p:cNvCxnSpPr>
          <p:nvPr/>
        </p:nvCxnSpPr>
        <p:spPr>
          <a:xfrm>
            <a:off x="5418519" y="4160488"/>
            <a:ext cx="66403" cy="1984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B07953E-8962-6F40-61EA-4022C8DB4153}"/>
              </a:ext>
            </a:extLst>
          </p:cNvPr>
          <p:cNvCxnSpPr>
            <a:cxnSpLocks/>
          </p:cNvCxnSpPr>
          <p:nvPr/>
        </p:nvCxnSpPr>
        <p:spPr>
          <a:xfrm>
            <a:off x="6505436" y="3961723"/>
            <a:ext cx="1201474" cy="209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0CBFBAC-C6AC-ADEC-8EB4-156D6479CC78}"/>
              </a:ext>
            </a:extLst>
          </p:cNvPr>
          <p:cNvCxnSpPr>
            <a:cxnSpLocks/>
          </p:cNvCxnSpPr>
          <p:nvPr/>
        </p:nvCxnSpPr>
        <p:spPr>
          <a:xfrm>
            <a:off x="7706910" y="3726913"/>
            <a:ext cx="19279" cy="25190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A1CEE47-89F4-2603-E09C-8EDD38B0A07F}"/>
              </a:ext>
            </a:extLst>
          </p:cNvPr>
          <p:cNvCxnSpPr>
            <a:cxnSpLocks/>
          </p:cNvCxnSpPr>
          <p:nvPr/>
        </p:nvCxnSpPr>
        <p:spPr>
          <a:xfrm>
            <a:off x="7592686" y="3618770"/>
            <a:ext cx="133503" cy="10814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41B347-7D8E-8DF6-84B2-F7EDAA576EA5}"/>
              </a:ext>
            </a:extLst>
          </p:cNvPr>
          <p:cNvCxnSpPr>
            <a:cxnSpLocks/>
          </p:cNvCxnSpPr>
          <p:nvPr/>
        </p:nvCxnSpPr>
        <p:spPr>
          <a:xfrm>
            <a:off x="7458085" y="3630908"/>
            <a:ext cx="161146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3D48259-1B97-05E4-C161-ED8B1790DF05}"/>
              </a:ext>
            </a:extLst>
          </p:cNvPr>
          <p:cNvCxnSpPr>
            <a:cxnSpLocks/>
          </p:cNvCxnSpPr>
          <p:nvPr/>
        </p:nvCxnSpPr>
        <p:spPr>
          <a:xfrm flipH="1" flipV="1">
            <a:off x="6528150" y="2581954"/>
            <a:ext cx="2826" cy="139074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306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2b2326c-f811-4ccc-abcb-1b955c303c2e}" enabled="1" method="Standard" siteId="{dc781727-710e-4855-bc4c-690266a1b551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14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Davies</dc:creator>
  <cp:lastModifiedBy>Richard Davies</cp:lastModifiedBy>
  <cp:revision>5</cp:revision>
  <dcterms:created xsi:type="dcterms:W3CDTF">2026-05-11T21:03:32Z</dcterms:created>
  <dcterms:modified xsi:type="dcterms:W3CDTF">2026-05-13T19:34:37Z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In-Confidence</vt:lpwstr>
  </property>
</Properties>
</file>